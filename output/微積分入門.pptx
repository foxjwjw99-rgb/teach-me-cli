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微積分是什麼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研究變化率和累積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導數：瞬間變化率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積分：累積總量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1/12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為什麼需要微積分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物理：運動、力學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經濟：邊際分析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工程：優化問題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2/12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函數與圖形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函數定義 f(x)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圖形表示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增長和遞減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3/12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極限的概念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當 x 趨近於某值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函數值的趨勢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左極限和右極限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4/12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導數入門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斜率的概念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瞬間變化率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導數的定義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5/12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求導法則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常數法則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冪法則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和差法則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6/12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導數的應用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找極大值和極小值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速度和加速度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最優化問題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7/12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積分的概念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面積計算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累積總量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反導數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8/12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定積分與不定積分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定積分：有邊界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不定積分：加常數 C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牛頓-萊布尼茨定理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9/12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積分技巧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換元積分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分部積分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特殊積分公式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10/12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微積分基本定理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導數和積分互為逆運算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微分和積分的關係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實際計算應用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11/12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E78"/>
                </a:solidFill>
              </a:rPr>
              <a:t>復習與練習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導數計算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積分計算</a:t>
            </a:r>
            <a:endParaRPr lang="en-US" sz="18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應用問題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12/12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2026-04-12T17:50:21Z</dcterms:created>
  <dcterms:modified xsi:type="dcterms:W3CDTF">2026-04-12T17:50:21Z</dcterms:modified>
</cp:coreProperties>
</file>